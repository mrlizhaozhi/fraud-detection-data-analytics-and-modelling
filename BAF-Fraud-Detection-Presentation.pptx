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F52D-34EE-2B53-60A7-F78018AC1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76481-E549-A9E6-F1D1-C98527D68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076DD-8E9C-FE62-2AD3-DC41F0FA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6ACD8-3C54-C5C9-94E1-325EC610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F0D5-A207-4D0A-C4B1-29B20A90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76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4751-B426-4183-A06C-A17DA3B1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1731-06DA-DE18-CD14-2D99DBFD8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69FF1-46C4-EC08-5433-CB8C6750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3EC7-4B0D-8B43-BD8C-D868A3FA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6C02-3237-1F17-C688-2F2930D8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44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0F99-3DC0-1A3C-1F3B-112C9F86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1AB2-D41B-A5C0-A17B-CEAF55C6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E118F-0515-7801-7E41-E6DD05EA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F6E00-198E-AFA7-B17C-D32C40E5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E5834-79A3-7215-6795-01ADA138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41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15AC-2B08-41EF-5100-6735AB8A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B1917-40EB-AD07-2475-4EDAA776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6AA64-AE71-E907-ED86-2767BAECA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91C3-085E-BFDC-7AEE-F1EDDAC0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EEB07-9A4F-4151-1E3F-1A40D945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5B8F-A4F8-46A3-A490-4D3381C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12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83E8-941A-5DED-D7B1-9691C479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1862E-563F-6288-F6BE-C75273216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47CA4-DBF6-1F09-C2E3-3D96714F3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14590-7661-2839-48DC-53EAD00D7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5CCA9-EEA2-095B-7471-689EE8111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93B96-153B-78B5-E70B-67672963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DB0D2-1117-0C10-A4AD-11FF0327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875F8-5CCA-4420-763C-875B0A81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52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7241-D163-05BC-BEC2-B0E09FCA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15BE1-9F2C-3AE2-4E79-36BF923C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F9924-017C-4A54-D27E-81FDBA62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D3C3-2049-47E6-10B0-528406A3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04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C43C4-7B6A-2D4F-F04B-B92DDE83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53D4D-928E-64F7-64EE-BA401BB9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8662-D6B4-8C35-9BEF-B1A5B0C2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6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317A-8144-55D5-675A-2ACF79E3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B666-F76E-4CFC-A8BC-63D9CAF8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1774A-ACF2-DDA9-0D7C-F08CC31A5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9F8EB-1A4C-F781-30CA-D29878D9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7835-8E8E-66D9-5B02-C45E255D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D36D-CF36-BEED-EC9E-FA9B3C4C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39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6F68-DCCF-0E50-A27B-983E894C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7DF1F-1317-03AC-4463-21F9E53F9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CAF79-66E6-2492-5FCD-A836B511F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7857D-C0C9-A363-7934-07E84E84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2AFC8-6744-5D21-CDB5-F989FEC1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62E8B-7A4F-6D92-356B-E27F7303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45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E18D-158E-540A-E0BC-A66C1A6A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B55C7-A942-BC11-3489-45AEACE0A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1AC41-9720-9C68-EFC9-BF3966665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B3E0-C97C-1C29-5122-938771B8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B3D9-C3E4-A3A4-CBFC-6C17CB00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7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952CA-9726-6624-D12E-326EA71C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ADC49-4C3A-70CA-891C-1A00BBF8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4476-F06F-97BC-7F15-001C2CF7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05F4-1823-69A4-7125-5FFD6F53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7AE57-ABC7-D30C-2A5D-7CB22750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51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B5F72-C485-E0E3-024D-63835760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BC23E-81B2-EE5D-4EC7-34FB680BD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55481-2481-C39E-36D1-84D5DD871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21BA0-3C23-4128-AF0A-2161D62D7404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3BEBD-7316-0D1A-78D8-EC5E5026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91AD8-73DA-E911-F5F4-165D59700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8DF52-9A02-487A-8EFB-58D594EAD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60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5619-9464-D385-53E1-A3085F7602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Bank Account Fraud Detection using Logistic Regression and </a:t>
            </a:r>
            <a:r>
              <a:rPr lang="en-GB" sz="4000" dirty="0" err="1"/>
              <a:t>XGBoost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BD63D-872B-DD79-B5A8-35BC363088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BF6C-430D-45F8-C5F1-2E92D385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5FDC-2CE1-AAAE-9CAB-4B89E234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4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24D5-C982-B267-0B0B-AAA5CE6E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45A81-D92C-7486-F25C-43899BB1D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3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Bank Account Fraud Detection using Logistic Regression and XGBoost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Zhaozhi Li</dc:creator>
  <cp:lastModifiedBy>Zhaozhi Li</cp:lastModifiedBy>
  <cp:revision>3</cp:revision>
  <dcterms:created xsi:type="dcterms:W3CDTF">2026-02-10T15:29:50Z</dcterms:created>
  <dcterms:modified xsi:type="dcterms:W3CDTF">2026-02-13T12:57:38Z</dcterms:modified>
</cp:coreProperties>
</file>